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770"/>
  </p:normalViewPr>
  <p:slideViewPr>
    <p:cSldViewPr snapToGrid="0">
      <p:cViewPr varScale="1">
        <p:scale>
          <a:sx n="97" d="100"/>
          <a:sy n="97" d="100"/>
        </p:scale>
        <p:origin x="24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7CE21-3CF7-86D1-965F-35033B004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CBC3C-54C3-4322-BD5A-632B15E57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768E4-43E0-B56D-1CC2-CB6327C9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15D3B-D27F-6CBD-E09E-C119D550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CBFA-A1FC-3480-69D6-06D00E74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9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7058-BCEE-2E0E-2D4A-6F9C7F02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6BA79-C8C4-F573-6A2C-0BFE14C5E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59A13-5C72-5FD2-0DA5-1E408CE7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B6E4B-81FE-F031-3A5B-228172AD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BEF1-B2F7-0FFC-8F0F-FD0710B7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1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E521-B2A5-B4EF-942F-2F17DD4D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61FD7-DD68-A7A7-C5B9-BF82E20C7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6301E-92E5-D1A1-1B5F-9EB3659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EA62D-6B3D-ABCA-9C45-8B9CF603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5F6BA-B17A-A99C-3702-A4E0306D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2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C500-106D-7C59-6BF5-A534C0AC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32A-830C-9828-9D7C-5B29F3092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4AEE4-DD19-ACB8-F094-7B44DF27F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E8AD9-5559-3411-2BD5-9C635252A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FE403-3EEE-B21F-7088-0F5E33EC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C77C3-F733-10CF-19AB-BF902489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0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0076-777F-6648-616A-248FF648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F981F-4E08-3773-110E-11F92CB00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F1FED-81C7-C308-BFC6-3C4AEB76D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BDB8A-2EC0-FF66-8EE1-B80AE8545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34F0D-F8A0-76D0-A255-FE0AB2B54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AB99E5-B9FD-3F12-2FB0-62DF741FD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CFF78-9672-9330-3BE6-C3839129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00591-B107-168A-357D-592BF1DD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264D-4D0D-F4C8-2CA3-FC00DC9DA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544CB-3C26-45F1-B28D-7BBA3E6C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6B5E8-AE21-3D35-F1CD-F4E131B0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40CE2-C092-3BF6-3012-BD1EF9FE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4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44B7D-BB40-1BC2-60C3-D1D12A9E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458C6-D37F-6798-9137-40E45ADF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633C7-2679-F96E-4429-B18AF9B9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8D1E-F5E9-703A-E481-AF5B7901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B9651-E66F-6014-A678-4A0481702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5265B-A605-4F4E-5861-F1A9FF7A7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E5DD3-18CA-2B54-7E6A-1947DC26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F9A54-EFE9-0629-2206-366D840C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E3B7C-7D53-2500-0BA6-BE5EA438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53E6-0A3A-61DD-44AE-C3447771E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63DA4C-884E-0147-CF06-177004184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4923-1593-ED43-0A90-869AA1A19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93F90-3D97-A8D2-9830-580F7C9C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86273-65DF-B0C6-7E1E-2037B862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EC3EB-1177-2478-C28A-B37FACDE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8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2718-0639-3D47-4C72-C3BAC435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AA09E-E4AC-AAE6-3A86-76009D1DC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76D6-F58D-28B6-C867-568E864C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6397-3983-2F62-4AFC-1C0A89AD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09A3-CF97-4861-CD75-519B01B5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6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43B48-3552-2B29-1C4A-814614815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53A3D-94E6-1DC7-53DD-4F728758F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2D27-8ABC-DB69-AD62-2A015F8F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D675-B8AB-9D27-0444-85845E6C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C2CF4-C330-915D-5CFB-87F7CEC1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0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1BE1C-EB4B-72F9-3027-939183B5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AF407-AA80-CC89-9076-6BF4BE52D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D0D63-EC28-2E6A-4EBB-C3CEEA739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CFDC1-92A0-274F-8092-A543A12EADE6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D0D0D-D4D8-C303-A8CE-B7EFCA810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736B-3AEB-7775-42DA-94BC15D98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97AFD-1D02-B246-8BBF-4A990636E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8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8E7ED8-6461-21E0-37D1-5EF24E07BC7D}"/>
              </a:ext>
            </a:extLst>
          </p:cNvPr>
          <p:cNvSpPr/>
          <p:nvPr/>
        </p:nvSpPr>
        <p:spPr>
          <a:xfrm>
            <a:off x="2510444" y="981150"/>
            <a:ext cx="2975956" cy="9310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Typhoid outbreaks between 2000-2022 from Koh et al. (2025)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 = 43)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B2C5-7232-DF48-B831-80459233786F}"/>
              </a:ext>
            </a:extLst>
          </p:cNvPr>
          <p:cNvSpPr/>
          <p:nvPr/>
        </p:nvSpPr>
        <p:spPr>
          <a:xfrm>
            <a:off x="5738551" y="2433592"/>
            <a:ext cx="4752111" cy="15155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Outbreaks excluded due to: 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Outbreak in Gavi-ineligible countries (n = 20)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Outbreak with prior vaccination campaign (n = 1)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Very short outbreak (2 weeks) (n = 1)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Outbreak represented by other nested location-specific outbreaks in the dataset (n = 2)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F628BD-B4BD-30B9-CB0F-519EBD6D3CDC}"/>
              </a:ext>
            </a:extLst>
          </p:cNvPr>
          <p:cNvCxnSpPr>
            <a:stCxn id="4" idx="2"/>
          </p:cNvCxnSpPr>
          <p:nvPr/>
        </p:nvCxnSpPr>
        <p:spPr>
          <a:xfrm>
            <a:off x="3998422" y="1912175"/>
            <a:ext cx="8313" cy="2527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07D321-439E-5E8A-563C-5C81ED2DD8C3}"/>
              </a:ext>
            </a:extLst>
          </p:cNvPr>
          <p:cNvCxnSpPr/>
          <p:nvPr/>
        </p:nvCxnSpPr>
        <p:spPr>
          <a:xfrm>
            <a:off x="4023360" y="3208963"/>
            <a:ext cx="1596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81D55C0-0456-5D1C-7514-53C941E33685}"/>
              </a:ext>
            </a:extLst>
          </p:cNvPr>
          <p:cNvSpPr/>
          <p:nvPr/>
        </p:nvSpPr>
        <p:spPr>
          <a:xfrm>
            <a:off x="2513213" y="4508517"/>
            <a:ext cx="2975956" cy="14935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Final outbreaks included in the study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(n = 19):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Daily incidence (n = 6)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Weekly incidence (n = 7)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Fortnightly incidence (n = 1)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tx1"/>
                </a:solidFill>
              </a:rPr>
              <a:t>Monthly incidence (n = 5)</a:t>
            </a:r>
          </a:p>
        </p:txBody>
      </p:sp>
    </p:spTree>
    <p:extLst>
      <p:ext uri="{BB962C8B-B14F-4D97-AF65-F5344CB8AC3E}">
        <p14:creationId xmlns:p14="http://schemas.microsoft.com/office/powerpoint/2010/main" val="559194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7469</TotalTime>
  <Words>107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Monica Duong</dc:creator>
  <cp:lastModifiedBy>Monica Duong</cp:lastModifiedBy>
  <cp:revision>9</cp:revision>
  <dcterms:created xsi:type="dcterms:W3CDTF">2025-04-09T21:18:39Z</dcterms:created>
  <dcterms:modified xsi:type="dcterms:W3CDTF">2025-08-27T16:11:12Z</dcterms:modified>
</cp:coreProperties>
</file>